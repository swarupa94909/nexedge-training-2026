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9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129" y="0"/>
            <a:ext cx="7772400" cy="1470025"/>
          </a:xfrm>
        </p:spPr>
        <p:txBody>
          <a:bodyPr/>
          <a:lstStyle/>
          <a:p>
            <a:r>
              <a:rPr dirty="0"/>
              <a:t>Amazon Linux </a:t>
            </a:r>
            <a:r>
              <a:rPr dirty="0" err="1"/>
              <a:t>vs</a:t>
            </a:r>
            <a:r>
              <a:rPr dirty="0"/>
              <a:t> Ubuntu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1" y="1029315"/>
            <a:ext cx="10039787" cy="5713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6094" y="2061882"/>
            <a:ext cx="102753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• Understand what an Operating System is.</a:t>
            </a:r>
            <a:br>
              <a:rPr dirty="0"/>
            </a:br>
            <a:r>
              <a:rPr dirty="0"/>
              <a:t>• Know what Amazon Linux and Ubuntu are.</a:t>
            </a:r>
            <a:br>
              <a:rPr dirty="0"/>
            </a:br>
            <a:r>
              <a:rPr dirty="0"/>
              <a:t>• Learn the differences.</a:t>
            </a:r>
            <a:br>
              <a:rPr dirty="0"/>
            </a:br>
            <a:r>
              <a:rPr dirty="0"/>
              <a:t>• Decide which OS to choose for an EC2 instance.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Operating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5458" y="1909482"/>
            <a:ext cx="108759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An Operating System (OS) is software that manages the computer's hardware and allows applications to run.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Examples:</a:t>
            </a:r>
            <a:br>
              <a:rPr dirty="0"/>
            </a:br>
            <a:r>
              <a:rPr dirty="0"/>
              <a:t>• Windows</a:t>
            </a:r>
            <a:br>
              <a:rPr dirty="0"/>
            </a:br>
            <a:r>
              <a:rPr dirty="0"/>
              <a:t>• Linux</a:t>
            </a:r>
            <a:br>
              <a:rPr dirty="0"/>
            </a:br>
            <a:r>
              <a:rPr dirty="0"/>
              <a:t>• </a:t>
            </a:r>
            <a:r>
              <a:rPr dirty="0" err="1"/>
              <a:t>macOS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Think of an OS like a teacher managing a classroom.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Linux?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718" y="1757082"/>
            <a:ext cx="106877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Linux is an open-source operating system.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Popular Linux distributions:</a:t>
            </a:r>
            <a:br>
              <a:rPr dirty="0"/>
            </a:br>
            <a:r>
              <a:rPr dirty="0"/>
              <a:t>• Ubuntu</a:t>
            </a:r>
            <a:br>
              <a:rPr dirty="0"/>
            </a:br>
            <a:r>
              <a:rPr dirty="0"/>
              <a:t>• Amazon Linux</a:t>
            </a:r>
            <a:br>
              <a:rPr dirty="0"/>
            </a:br>
            <a:r>
              <a:rPr dirty="0"/>
              <a:t>• Red Hat</a:t>
            </a:r>
            <a:br>
              <a:rPr dirty="0"/>
            </a:br>
            <a:r>
              <a:rPr dirty="0"/>
              <a:t>• </a:t>
            </a:r>
            <a:r>
              <a:rPr dirty="0" err="1"/>
              <a:t>CentOS</a:t>
            </a:r>
            <a:r>
              <a:rPr dirty="0"/>
              <a:t/>
            </a:r>
            <a:br>
              <a:rPr dirty="0"/>
            </a:br>
            <a:r>
              <a:rPr dirty="0"/>
              <a:t>• </a:t>
            </a:r>
            <a:r>
              <a:rPr dirty="0" err="1"/>
              <a:t>Debian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All are Linux operating systems with different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Amazon Linux?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9246" y="1981200"/>
            <a:ext cx="108221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Amazon Linux is developed by AWS.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Features:</a:t>
            </a:r>
            <a:br>
              <a:rPr dirty="0"/>
            </a:br>
            <a:r>
              <a:rPr dirty="0"/>
              <a:t>• Optimized for AWS</a:t>
            </a:r>
            <a:br>
              <a:rPr dirty="0"/>
            </a:br>
            <a:r>
              <a:rPr dirty="0"/>
              <a:t>• Lightweight</a:t>
            </a:r>
            <a:br>
              <a:rPr dirty="0"/>
            </a:br>
            <a:r>
              <a:rPr dirty="0"/>
              <a:t>• Secure</a:t>
            </a:r>
            <a:br>
              <a:rPr dirty="0"/>
            </a:br>
            <a:r>
              <a:rPr dirty="0"/>
              <a:t>• Fast</a:t>
            </a:r>
            <a:br>
              <a:rPr dirty="0"/>
            </a:br>
            <a:r>
              <a:rPr dirty="0"/>
              <a:t>• Easy to maintain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Best for running applications on 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Ubuntu?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6494" y="1748118"/>
            <a:ext cx="108849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Ubuntu is developed by Canonical.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Features:</a:t>
            </a:r>
            <a:br>
              <a:rPr dirty="0"/>
            </a:br>
            <a:r>
              <a:rPr dirty="0"/>
              <a:t>• Beginner-friendly</a:t>
            </a:r>
            <a:br>
              <a:rPr dirty="0"/>
            </a:br>
            <a:r>
              <a:rPr dirty="0"/>
              <a:t>• Easy to learn</a:t>
            </a:r>
            <a:br>
              <a:rPr dirty="0"/>
            </a:br>
            <a:r>
              <a:rPr dirty="0"/>
              <a:t>• Large community</a:t>
            </a:r>
            <a:br>
              <a:rPr dirty="0"/>
            </a:br>
            <a:r>
              <a:rPr dirty="0"/>
              <a:t>• Lots of tutorials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Best for learning and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Linux vs Ubuntu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8894" y="1900518"/>
            <a:ext cx="10732546" cy="431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Amazon Linux</a:t>
            </a:r>
            <a:br>
              <a:rPr dirty="0"/>
            </a:br>
            <a:r>
              <a:rPr dirty="0"/>
              <a:t>• Developed by AWS</a:t>
            </a:r>
            <a:br>
              <a:rPr dirty="0"/>
            </a:br>
            <a:r>
              <a:rPr dirty="0"/>
              <a:t>• Optimized for AWS</a:t>
            </a:r>
            <a:br>
              <a:rPr dirty="0"/>
            </a:br>
            <a:r>
              <a:rPr dirty="0"/>
              <a:t>• Uses </a:t>
            </a:r>
            <a:r>
              <a:rPr dirty="0" err="1"/>
              <a:t>dnf</a:t>
            </a:r>
            <a:r>
              <a:rPr dirty="0"/>
              <a:t>/yum</a:t>
            </a:r>
            <a:br>
              <a:rPr dirty="0"/>
            </a:br>
            <a:r>
              <a:rPr dirty="0"/>
              <a:t>• Lightweight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Ubuntu</a:t>
            </a:r>
            <a:br>
              <a:rPr dirty="0"/>
            </a:br>
            <a:r>
              <a:rPr dirty="0"/>
              <a:t>• Developed by Canonical</a:t>
            </a:r>
            <a:br>
              <a:rPr dirty="0"/>
            </a:br>
            <a:r>
              <a:rPr dirty="0"/>
              <a:t>• General-purpose Linux</a:t>
            </a:r>
            <a:br>
              <a:rPr dirty="0"/>
            </a:br>
            <a:r>
              <a:rPr dirty="0"/>
              <a:t>• Uses apt</a:t>
            </a:r>
            <a:br>
              <a:rPr dirty="0"/>
            </a:br>
            <a:r>
              <a:rPr dirty="0"/>
              <a:t>• Easy for beginners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Choose Amazon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5458" y="1873624"/>
            <a:ext cx="108759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Running applications on AWS</a:t>
            </a:r>
            <a:br/>
            <a:r>
              <a:t>• Creating production EC2 instances</a:t>
            </a:r>
            <a:br/>
            <a:r>
              <a:t>• Better performance on AWS</a:t>
            </a:r>
            <a:br/>
            <a:r>
              <a:t>• AWS-optimized operating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Choose Ubuntu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50140"/>
            <a:ext cx="10759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Learning Linux</a:t>
            </a:r>
            <a:br/>
            <a:r>
              <a:t>• Practicing commands</a:t>
            </a:r>
            <a:br/>
            <a:r>
              <a:t>• College projects</a:t>
            </a:r>
            <a:br/>
            <a:r>
              <a:t>• Following online tutorials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470" y="2160494"/>
            <a:ext cx="1062496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Ubuntu</a:t>
            </a:r>
            <a:br>
              <a:rPr dirty="0"/>
            </a:br>
            <a:r>
              <a:rPr dirty="0" err="1"/>
              <a:t>sudo</a:t>
            </a:r>
            <a:r>
              <a:rPr dirty="0"/>
              <a:t> apt update</a:t>
            </a:r>
            <a:br>
              <a:rPr dirty="0"/>
            </a:br>
            <a:r>
              <a:rPr dirty="0" err="1"/>
              <a:t>sudo</a:t>
            </a:r>
            <a:r>
              <a:rPr dirty="0"/>
              <a:t> apt install </a:t>
            </a:r>
            <a:r>
              <a:rPr dirty="0" err="1"/>
              <a:t>nginx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Amazon Linux 2023</a:t>
            </a:r>
            <a:br>
              <a:rPr dirty="0"/>
            </a:b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dnf</a:t>
            </a:r>
            <a:r>
              <a:rPr dirty="0"/>
              <a:t> update</a:t>
            </a:r>
            <a:br>
              <a:rPr dirty="0"/>
            </a:b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dnf</a:t>
            </a:r>
            <a:r>
              <a:rPr dirty="0"/>
              <a:t> install </a:t>
            </a:r>
            <a:r>
              <a:rPr dirty="0" err="1"/>
              <a:t>nginx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Amazon Linux 2</a:t>
            </a:r>
            <a:br>
              <a:rPr dirty="0"/>
            </a:br>
            <a:r>
              <a:rPr dirty="0" err="1"/>
              <a:t>sudo</a:t>
            </a:r>
            <a:r>
              <a:rPr dirty="0"/>
              <a:t> yum update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8894" y="1981200"/>
            <a:ext cx="107325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Example 1:</a:t>
            </a:r>
            <a:br>
              <a:rPr dirty="0"/>
            </a:br>
            <a:r>
              <a:rPr dirty="0"/>
              <a:t>Company website on AWS EC2 → Amazon Linux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Example 2:</a:t>
            </a:r>
            <a:br>
              <a:rPr dirty="0"/>
            </a:br>
            <a:r>
              <a:rPr dirty="0"/>
              <a:t>Student learning Linux → Ubuntu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8212" y="1694328"/>
            <a:ext cx="108132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• Amazon Linux is developed by AWS.</a:t>
            </a:r>
            <a:br>
              <a:rPr dirty="0"/>
            </a:br>
            <a:r>
              <a:rPr dirty="0"/>
              <a:t>• Ubuntu is developed by Canonical.</a:t>
            </a:r>
            <a:br>
              <a:rPr dirty="0"/>
            </a:br>
            <a:r>
              <a:rPr dirty="0"/>
              <a:t>• Amazon Linux is best for AWS workloads.</a:t>
            </a:r>
            <a:br>
              <a:rPr dirty="0"/>
            </a:br>
            <a:r>
              <a:rPr dirty="0"/>
              <a:t>• Ubuntu is best for learning and development.</a:t>
            </a:r>
            <a:br>
              <a:rPr dirty="0"/>
            </a:br>
            <a:r>
              <a:rPr dirty="0"/>
              <a:t>• Both are Linux operating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112</Words>
  <Application>Microsoft Office PowerPoint</Application>
  <PresentationFormat>Custom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Amazon Linux vs Ubuntu</vt:lpstr>
      <vt:lpstr>Learning Objectives</vt:lpstr>
      <vt:lpstr>What is an Operating System?</vt:lpstr>
      <vt:lpstr>What is Linux?</vt:lpstr>
      <vt:lpstr>What is Amazon Linux?</vt:lpstr>
      <vt:lpstr>What is Ubuntu?</vt:lpstr>
      <vt:lpstr>Amazon Linux vs Ubuntu</vt:lpstr>
      <vt:lpstr>When to Choose Amazon Linux</vt:lpstr>
      <vt:lpstr>When to Choose Ubuntu</vt:lpstr>
      <vt:lpstr>Package Managers</vt:lpstr>
      <vt:lpstr>Real-Life Examples</vt:lpstr>
      <vt:lpstr>Summary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Linux vs Ubuntu</dc:title>
  <dc:subject/>
  <dc:creator/>
  <cp:keywords/>
  <dc:description>generated using python-pptx</dc:description>
  <cp:lastModifiedBy>Ravi</cp:lastModifiedBy>
  <cp:revision>3</cp:revision>
  <dcterms:created xsi:type="dcterms:W3CDTF">2013-01-27T09:14:16Z</dcterms:created>
  <dcterms:modified xsi:type="dcterms:W3CDTF">2026-07-28T04:20:33Z</dcterms:modified>
  <cp:category/>
</cp:coreProperties>
</file>
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2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37475A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2743200" cy="2743200"/>
          </a:xfrm>
          <a:prstGeom prst="ellipse">
            <a:avLst/>
          </a:prstGeom>
          <a:solidFill>
            <a:srgbClr val="37475A"/>
          </a:solidFill>
          <a:ln/>
        </p:spPr>
      </p:sp>
      <p:sp>
        <p:nvSpPr>
          <p:cNvPr id="5" name="Shape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F9900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DEPLOYMENT GUIDE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a Web App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Amazon Linux (EC2)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walkthrough: launching an EC2 instance, connecting over SSH,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 web server, and going live with your application.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128016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27632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51790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Securely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90195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SSH is required to reach a remote server, and how to confirm it's enabled.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627632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95160" y="151790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an Instance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190195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configure an Amazon Linux EC2 instance, key pair, and security group.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273552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73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16382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via PuTTY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54787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and open an SSH session into the instance.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01752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273552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273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316382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&amp; Configure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54787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system, install httpd, and prepare the web server.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919472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919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480974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App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519379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repository and copy the site files into the web root.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466344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4919472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919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95160" y="4809744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95160" y="519379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correct inbound port and verify the app in a browser.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BEGIN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SSH?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connect to any remote server, we follow a standard protocol: SSH (Secure Shell), which runs on port 22.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you launch an EC2 instance, check whether port 22 is enabled for SSH.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isn't enabled, the instance cannot be reached — from the console or from tools like PuTTY.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SSH enabled, the connection is also protected from unauthorized access.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343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Computer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PuTTY / Console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94760" y="4892040"/>
            <a:ext cx="429768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212080" y="382219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382219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· Port 22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92440" y="420624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4343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 Instance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92440" y="47548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an EC2 Instance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your AWS account.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EC2 → Instances → Launch Instance.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572768" y="3346307"/>
            <a:ext cx="9015984" cy="1902746"/>
          </a:xfrm>
          <a:prstGeom prst="roundRect">
            <a:avLst>
              <a:gd name="adj" fmla="val 3845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510899"/>
            <a:ext cx="8686800" cy="15735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the Instance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EC2 instance using Amazon Linux, as shown below.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30168" y="2599335"/>
            <a:ext cx="4901184" cy="3213809"/>
          </a:xfrm>
          <a:prstGeom prst="roundRect">
            <a:avLst>
              <a:gd name="adj" fmla="val 227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2763927"/>
            <a:ext cx="4572000" cy="28846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Type &amp; Key Pair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small instance type — only one instance is needed here.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key pair using the “Create key pair” option; it secures your SSH login.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84048" y="2991443"/>
            <a:ext cx="5678424" cy="2658195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6035"/>
            <a:ext cx="5349240" cy="232901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90931" y="2167128"/>
            <a:ext cx="4494657" cy="4306824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10" name="Image 1" descr="/home/claude/work/media/media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523" y="2331720"/>
            <a:ext cx="4165473" cy="3977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the Security Group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security group and make sure the SSH check box is selected.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081528" y="2387436"/>
            <a:ext cx="5998464" cy="3820488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552028"/>
            <a:ext cx="5669280" cy="3491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Launch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storage configuration to 15 GB, then click “Launch instance.”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instance appears in your instance list, ready to use.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619657" y="2350008"/>
            <a:ext cx="6922206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249" y="2514600"/>
            <a:ext cx="6593022" cy="1828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71853" y="4544568"/>
            <a:ext cx="8417814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10" name="Image 1" descr="/home/claude/work/media/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6445" y="4709160"/>
            <a:ext cx="8088630" cy="1005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the Instance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instance and click “Connect.” The connection page opens as shown below.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572768" y="3397664"/>
            <a:ext cx="9015984" cy="1342833"/>
          </a:xfrm>
          <a:prstGeom prst="roundRect">
            <a:avLst>
              <a:gd name="adj" fmla="val 5448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562256"/>
            <a:ext cx="8686800" cy="10136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Connect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In-console: connect directly in the browser when PuTTY or MobaXterm isn't available.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On-premises: connect using an SSH client such as PuTTY or MobaXterm.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84048" y="3149445"/>
            <a:ext cx="5678424" cy="2387909"/>
          </a:xfrm>
          <a:prstGeom prst="roundRect">
            <a:avLst>
              <a:gd name="adj" fmla="val 3063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14037"/>
            <a:ext cx="5349240" cy="20587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99048" y="3192892"/>
            <a:ext cx="5678424" cy="2301016"/>
          </a:xfrm>
          <a:prstGeom prst="roundRect">
            <a:avLst>
              <a:gd name="adj" fmla="val 31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10" name="Image 1" descr="/home/claude/work/media/media/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357484"/>
            <a:ext cx="5349240" cy="19718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PuTTY: Enter the Host Address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PuTTY, then paste the instance's public IP address (or public DNS) as the host name.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95244" y="2167128"/>
            <a:ext cx="4771032" cy="4352544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836" y="2331720"/>
            <a:ext cx="4441848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PuTTY: Appearance &amp; Font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Appearance → Font → Change to adjust the terminal font.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3635" y="2167128"/>
            <a:ext cx="3474250" cy="4352544"/>
          </a:xfrm>
          <a:prstGeom prst="roundRect">
            <a:avLst>
              <a:gd name="adj" fmla="val 210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227" y="2331720"/>
            <a:ext cx="3145066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PuTTY: Connection Keepalive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Connection → Seconds between keepalives to 60, to keep the session from timing out.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904488" y="2360303"/>
            <a:ext cx="4352544" cy="3966195"/>
          </a:xfrm>
          <a:prstGeom prst="roundRect">
            <a:avLst>
              <a:gd name="adj" fmla="val 1844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524895"/>
            <a:ext cx="4023360" cy="36370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PuTTY: Authenticate with Your Key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SSH → Auth → Credentials → Private key file, select the key pair (.ppk) file, then click Open.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904488" y="2353951"/>
            <a:ext cx="4352544" cy="3978899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518543"/>
            <a:ext cx="4023360" cy="36497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prompts for permission, and the PuTTY terminal opens as shown below.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84048" y="2406095"/>
            <a:ext cx="5678424" cy="3874611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70687"/>
            <a:ext cx="5349240" cy="354542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99048" y="3161966"/>
            <a:ext cx="5678424" cy="2362869"/>
          </a:xfrm>
          <a:prstGeom prst="roundRect">
            <a:avLst>
              <a:gd name="adj" fmla="val 309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10" name="Image 1" descr="/home/claude/work/media/media/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326558"/>
            <a:ext cx="5349240" cy="20336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the Root User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sudo su to switch to the root user before continuing.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944368" y="3244088"/>
            <a:ext cx="6272784" cy="1649984"/>
          </a:xfrm>
          <a:prstGeom prst="roundRect">
            <a:avLst>
              <a:gd name="adj" fmla="val 4433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3408680"/>
            <a:ext cx="5943600" cy="1320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System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uses YUM (Yellowdog Update Modifier) — also used by RedHat, CentOS, and SUSE. Ubuntu uses APT instead.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system with: yum update -y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115568" y="3661906"/>
            <a:ext cx="9930384" cy="997229"/>
          </a:xfrm>
          <a:prstGeom prst="roundRect">
            <a:avLst>
              <a:gd name="adj" fmla="val 733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826498"/>
            <a:ext cx="9601200" cy="6680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the Web Server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Amazon Linux, the web server is httpd (HyperText Transfer Protocol Daemon).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483224" y="2761488"/>
            <a:ext cx="9195073" cy="3209544"/>
          </a:xfrm>
          <a:prstGeom prst="roundRect">
            <a:avLst>
              <a:gd name="adj" fmla="val 22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816" y="2926080"/>
            <a:ext cx="8865889" cy="2880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httpd Service Status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systemctl status </a:t>
            </a:r>
            <a:r>
              <a:rPr lang="en-US" sz="1450" dirty="0" err="1" smtClean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httpd</a:t>
            </a:r>
            <a:r>
              <a:rPr lang="en-US" sz="1450" dirty="0" smtClean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smtClean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for checking the status of </a:t>
            </a:r>
            <a:r>
              <a:rPr lang="en-US" sz="1450" dirty="0" err="1" smtClean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httpd</a:t>
            </a:r>
            <a:r>
              <a:rPr lang="en-US" sz="1450" dirty="0" smtClean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481328" y="3225373"/>
            <a:ext cx="9198864" cy="1458813"/>
          </a:xfrm>
          <a:prstGeom prst="roundRect">
            <a:avLst>
              <a:gd name="adj" fmla="val 5014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389965"/>
            <a:ext cx="8869680" cy="11296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&amp; Enable httpd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is inactive, so start and enable it: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start httpd — starts the service   •   systemctl enable httpd — enables it on boot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801368" y="2872363"/>
            <a:ext cx="8558784" cy="3124954"/>
          </a:xfrm>
          <a:prstGeom prst="roundRect">
            <a:avLst>
              <a:gd name="adj" fmla="val 234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3036955"/>
            <a:ext cx="8229600" cy="27957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/ Install Git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which </a:t>
            </a:r>
            <a:r>
              <a:rPr lang="en-US" sz="1450" dirty="0" err="1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smtClean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sz="1450" dirty="0" smtClean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Git is already installed.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isn't present, install it with: yum install git -y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481328" y="3059006"/>
            <a:ext cx="9198864" cy="2888827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223598"/>
            <a:ext cx="8869680" cy="25596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the Repository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project using: git clone </a:t>
            </a: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https://github.com/Msocial123/Vegetable-order-app.git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481328" y="3131613"/>
            <a:ext cx="9198864" cy="1646335"/>
          </a:xfrm>
          <a:prstGeom prst="roundRect">
            <a:avLst>
              <a:gd name="adj" fmla="val 4443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296205"/>
            <a:ext cx="8869680" cy="13171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the Repository Folder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Vegetable-order-app — moves into the repo folder.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— lists the files and folders it contains.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801368" y="3411254"/>
            <a:ext cx="8558784" cy="1361371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3575846"/>
            <a:ext cx="8229600" cy="10321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the HTML Files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public — the site's HTML, CSS, and JS files live in the public folder.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514579" y="3493008"/>
            <a:ext cx="913236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171" y="3657600"/>
            <a:ext cx="8803178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Files to the Web Root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path: /var/www/html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cp -r . /var/www/html  (cp = copy, . = current folder)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269292" y="2258568"/>
            <a:ext cx="7622937" cy="3346704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884" y="2423160"/>
            <a:ext cx="7293753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140881" y="5367528"/>
            <a:ext cx="7879757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10" name="Image 1" descr="/home/claude/work/media/media/imag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473" y="5532120"/>
            <a:ext cx="7550573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App in a Browser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instance's public IP address into the browser to check whether the application loads.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remove the “s” in https — this app doesn't have an SSL certificate configured.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229563" y="3035808"/>
            <a:ext cx="5702393" cy="3118104"/>
          </a:xfrm>
          <a:prstGeom prst="roundRect">
            <a:avLst>
              <a:gd name="adj" fmla="val 2346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155" y="3200400"/>
            <a:ext cx="5373209" cy="2788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Inbound Port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didn't load because port 80 wasn't opened in the instance's network settings.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EC2 instance → Network settings → Inbound rules → Edit inbound rules.</a:t>
            </a:r>
            <a:endParaRPr lang="en-US" sz="14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rules allow incoming traffic; outbound rules govern traffic leaving the instance.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944368" y="3418528"/>
            <a:ext cx="6272784" cy="2672705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3583120"/>
            <a:ext cx="5943600" cy="23435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HTTP Rule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“Add rule,” choose HTTP, then click “Save rules.”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84048" y="2534465"/>
            <a:ext cx="5678424" cy="3526431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99057"/>
            <a:ext cx="5349240" cy="319724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99048" y="3275576"/>
            <a:ext cx="5678424" cy="2044208"/>
          </a:xfrm>
          <a:prstGeom prst="roundRect">
            <a:avLst>
              <a:gd name="adj" fmla="val 3579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10" name="Image 1" descr="/home/claude/work/media/media/image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440168"/>
            <a:ext cx="5349240" cy="17150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25880" y="36576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6217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Is Live!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the browser tab with the public IP address and refresh — the app now loads successfully.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2852928" y="2590507"/>
            <a:ext cx="6455664" cy="3460067"/>
          </a:xfrm>
          <a:prstGeom prst="roundRect">
            <a:avLst>
              <a:gd name="adj" fmla="val 2114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  <a:effectLst>
            <a:outerShdw blurRad="101600" dist="38100" dir="5400000" algn="bl" rotWithShape="0">
              <a:srgbClr val="1C2733">
                <a:alpha val="18000"/>
              </a:srgbClr>
            </a:outerShdw>
          </a:effectLst>
        </p:spPr>
      </p:sp>
      <p:pic>
        <p:nvPicPr>
          <p:cNvPr id="8" name="Image 0" descr="/home/claude/work/media/media/image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2755099"/>
            <a:ext cx="6126480" cy="31308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40764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407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9966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(port 22) must be enabled to reach any EC2 instance securely.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409444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094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240280"/>
            <a:ext cx="9966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uses YUM for package management; httpd serves as the web server.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278124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781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108960"/>
            <a:ext cx="9966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PuTTY connects over SSH using the instance's public IP/DNS and the private key (.ppk) file.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46804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468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977640"/>
            <a:ext cx="9966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files are copied into /var/www/html, the default web root for httpd.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015484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154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846320"/>
            <a:ext cx="99669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(HTTP) must be opened in the security group's inbound rules for the app to be reachable.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Web App Deployment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37475A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37475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Web App – Amazon Linux (EC2)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1276</Words>
  <Application>Microsoft Office PowerPoint</Application>
  <PresentationFormat>Widescreen</PresentationFormat>
  <Paragraphs>253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Ravi</cp:lastModifiedBy>
  <cp:revision>2</cp:revision>
  <dcterms:created xsi:type="dcterms:W3CDTF">2026-07-28T13:44:28Z</dcterms:created>
  <dcterms:modified xsi:type="dcterms:W3CDTF">2026-07-28T13:50:33Z</dcterms:modified>
</cp:coreProperties>
</file>
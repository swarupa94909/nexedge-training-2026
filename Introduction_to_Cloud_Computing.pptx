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scaling, and the fundamentals of delivering computing over the internet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246120"/>
            <a:ext cx="502920" cy="36576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is a system that provides services, resources, and data to clients (customers) over a network.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webserver delivers websites when you open them in a browser.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46304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178308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2039112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Shape 10"/>
          <p:cNvSpPr/>
          <p:nvPr/>
        </p:nvSpPr>
        <p:spPr>
          <a:xfrm>
            <a:off x="8394192" y="203911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2679192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2935224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9352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3575304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3831336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Shape 16"/>
          <p:cNvSpPr/>
          <p:nvPr/>
        </p:nvSpPr>
        <p:spPr>
          <a:xfrm>
            <a:off x="8394192" y="383133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4471416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4727448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472744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Purchase a Server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plan for before you set one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2461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location to house the servers — all servers are typically maintained in a single site. IRCTC, for example, keeps all its servers in Hyderabad.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0168" y="32461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licensing must be purchased. Choosing a Windows server, for instance, means paying and buying that license.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0528" y="32461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admin is needed to maintain the servers, starting from the initial configuration.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55448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4984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2688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0888" y="32461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run 24x7 and generate heat, so cooling — air conditioners, coolers, etc. — is placed near the servers.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is a cloud computing feature that automatically adjusts the number of running servers based on traffic. 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website suddenly gets a lot of traffic, autoscaling adds more servers to handle it — and reduces them again when traffic drops, to save cost.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types of autoscaling: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947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Scale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power of a single server by adding more CPU, RAM, or storage — instead of adding more servers. Example: upgrading from 4GB to 16GB RAM and 2 to 8 CPUs.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52044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7947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4297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 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7091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servers instead of upgrading just one. Example: going from 1 server to 3 servers to handle the traffic.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Computing?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029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is the delivery of computing services — servers, storage, databases, networking, software, analytics, and intelligence — over the internet, for faster innovation, flexible resources, and economies of scale.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4572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720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4572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5720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4572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5720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72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5720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4572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45720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21240" y="4572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45720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Cloud Computing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advantages of moving to the cloud  •  Part 1 of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buy expensive hardware or maintain physical servers. Pay only for what you use — hardware and software are rented, not purchased.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scale servers up and down based on traffic.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972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25146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data, apps, and services from anywhere in the world, at any time, over the internet.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Cloud Computing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advantages of moving to the cloud  •  Part 2 of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 handle software updates, security patches, and performance improvements — no manual work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reduce the risk of data loss, with easier disaster recovery options.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972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25146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security features — encryption, firewalls, access control — more secure than personal or small business servers.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Datacenter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3108960"/>
            <a:ext cx="5029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832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center is a collection of computer systems and related components — servers, storage devices, networking equipment, and backup power supplies.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2026-07-27T13:32:47Z</dcterms:created>
  <dcterms:modified xsi:type="dcterms:W3CDTF">2026-07-27T13:32:48Z</dcterms:modified>
</cp:coreProperties>
</file>